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2563EB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A78BFA">
              <a:alpha val="7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926080" y="731520"/>
            <a:ext cx="3291840" cy="320040"/>
          </a:xfrm>
          <a:prstGeom prst="roundRect">
            <a:avLst>
              <a:gd name="adj" fmla="val 57143"/>
            </a:avLst>
          </a:prstGeom>
          <a:solidFill>
            <a:srgbClr val="2563EB">
              <a:alpha val="15000"/>
            </a:srgbClr>
          </a:solidFill>
          <a:ln w="9525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080" y="731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 READ  ·  ZERO TO AUTOMATION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77hub Approval Tracker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企企经营管理平台审批进度自动追踪器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登录 · 查列表 · 看全景 · 比状态 · 发通知 —— 全自动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3291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371600" y="3794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步完成安装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0" y="3291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 min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114800" y="3794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手动操作时间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0" y="3291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858000" y="3794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后续检查自动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WorkBuddy Skill  ·  MIT License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CAPABILITIES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它能做什么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不是简单的提醒工具，而是完整的审批状态追踪系统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2651760" cy="1463040"/>
          </a:xfrm>
          <a:prstGeom prst="rect">
            <a:avLst>
              <a:gd name="adj" fmla="val 5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37360"/>
            <a:ext cx="54864" cy="1463040"/>
          </a:xfrm>
          <a:prstGeom prst="rect">
            <a:avLst>
              <a:gd name="adj" fmla="val 33333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560" y="18745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自动登录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4231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浏览器自动化完成登录，自动处理弹窗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737360"/>
            <a:ext cx="2651760" cy="1463040"/>
          </a:xfrm>
          <a:prstGeom prst="rect">
            <a:avLst>
              <a:gd name="adj" fmla="val 5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737360"/>
            <a:ext cx="54864" cy="1463040"/>
          </a:xfrm>
          <a:prstGeom prst="rect">
            <a:avLst>
              <a:gd name="adj" fmla="val 33333"/>
            </a:avLst>
          </a:prstGeom>
          <a:solidFill>
            <a:srgbClr val="A78BFA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886200" y="18745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全景视图解析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24231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 SVG 流程图节点提取审批链条状态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737360"/>
            <a:ext cx="2651760" cy="1463040"/>
          </a:xfrm>
          <a:prstGeom prst="rect">
            <a:avLst>
              <a:gd name="adj" fmla="val 5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737360"/>
            <a:ext cx="54864" cy="1463040"/>
          </a:xfrm>
          <a:prstGeom prst="rect">
            <a:avLst>
              <a:gd name="adj" fmla="val 33333"/>
            </a:avLst>
          </a:prstGeom>
          <a:solidFill>
            <a:srgbClr val="22D3EE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20840" y="187452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智能增量检查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63640" y="24231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首次全量扫描建基线，后续只查未完成+新增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383280"/>
            <a:ext cx="2651760" cy="1463040"/>
          </a:xfrm>
          <a:prstGeom prst="rect">
            <a:avLst>
              <a:gd name="adj" fmla="val 5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383280"/>
            <a:ext cx="54864" cy="1463040"/>
          </a:xfrm>
          <a:prstGeom prst="rect">
            <a:avLst>
              <a:gd name="adj" fmla="val 33333"/>
            </a:avLst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51560" y="3520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企业微信推送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94360" y="40690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每次检查完自动推送报告到企业微信群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91840" y="3383280"/>
            <a:ext cx="2651760" cy="1463040"/>
          </a:xfrm>
          <a:prstGeom prst="rect">
            <a:avLst>
              <a:gd name="adj" fmla="val 5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0" y="3383280"/>
            <a:ext cx="54864" cy="1463040"/>
          </a:xfrm>
          <a:prstGeom prst="rect">
            <a:avLst>
              <a:gd name="adj" fmla="val 33333"/>
            </a:avLst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3429000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886200" y="3520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基线自动管理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429000" y="40690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完成的移出、新增的加入、变化的更新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26480" y="3383280"/>
            <a:ext cx="2651760" cy="1463040"/>
          </a:xfrm>
          <a:prstGeom prst="rect">
            <a:avLst>
              <a:gd name="adj" fmla="val 5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3383280"/>
            <a:ext cx="54864" cy="1463040"/>
          </a:xfrm>
          <a:prstGeom prst="rect">
            <a:avLst>
              <a:gd name="adj" fmla="val 33333"/>
            </a:avLst>
          </a:pr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3520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⏰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720840" y="35204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定时自动执行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263640" y="40690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配置定时任务，每个工作日自动检查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vs AFTER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用了之后有什么区别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以前手动查审批要 30 分钟，现在全自动 5 分钟出结果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8046720" cy="310896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3108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</a:rPr>
                        <a:t>之前（手动）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2C55E"/>
                          </a:solidFill>
                        </a:rPr>
                        <a:t>之后（自动化）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</a:rPr>
                        <a:t>检查频率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想起来才查，经常忘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</a:rPr>
                        <a:t>每天定时自动检查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</a:rPr>
                        <a:t>检查耗时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20-30 分钟逐个点开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</a:rPr>
                        <a:t>全自动 3-5 分钟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</a:rPr>
                        <a:t>遗漏风险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容易漏掉状态变化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</a:rPr>
                        <a:t>AI 逐条对比，零遗漏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</a:rPr>
                        <a:t>通知方式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需要自己去看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</a:rPr>
                        <a:t>企业微信自动推送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</a:rPr>
                        <a:t>新增单据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可能没注意到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</a:rPr>
                        <a:t>自动检测并加入跟踪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94A3B8"/>
                          </a:solidFill>
                        </a:rPr>
                        <a:t>基线维护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靠脑子记或 Excel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</a:rPr>
                        <a:t>自动更新，长期持续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工作原理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几个组件协同工作，组成完整的自动化链条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91840" y="1645920"/>
            <a:ext cx="2560320" cy="1005840"/>
          </a:xfrm>
          <a:prstGeom prst="rect">
            <a:avLst>
              <a:gd name="adj" fmla="val 727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91840" y="1645920"/>
            <a:ext cx="54864" cy="1005840"/>
          </a:xfrm>
          <a:prstGeom prst="rect">
            <a:avLst>
              <a:gd name="adj" fmla="val 33333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16459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WorkBuddy AI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0" y="26060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调度中心，执行流程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▼    ▼    ▼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154680"/>
            <a:ext cx="2286000" cy="822960"/>
          </a:xfrm>
          <a:prstGeom prst="rect">
            <a:avLst>
              <a:gd name="adj" fmla="val 888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3154680"/>
            <a:ext cx="54864" cy="822960"/>
          </a:xfrm>
          <a:prstGeom prst="rect">
            <a:avLst>
              <a:gd name="adj" fmla="val 33333"/>
            </a:avLst>
          </a:prstGeom>
          <a:solidFill>
            <a:srgbClr val="A78BF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154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opencli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6393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浏览器引擎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66160" y="3154680"/>
            <a:ext cx="2286000" cy="822960"/>
          </a:xfrm>
          <a:prstGeom prst="rect">
            <a:avLst>
              <a:gd name="adj" fmla="val 888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566160" y="3154680"/>
            <a:ext cx="54864" cy="822960"/>
          </a:xfrm>
          <a:prstGeom prst="rect">
            <a:avLst>
              <a:gd name="adj" fmla="val 33333"/>
            </a:avLst>
          </a:prstGeom>
          <a:solidFill>
            <a:srgbClr val="22D3EE"/>
          </a:solidFill>
          <a:ln/>
        </p:spPr>
      </p:sp>
      <p:sp>
        <p:nvSpPr>
          <p:cNvPr id="16" name="Text 14"/>
          <p:cNvSpPr/>
          <p:nvPr/>
        </p:nvSpPr>
        <p:spPr>
          <a:xfrm>
            <a:off x="3566160" y="3154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 Skill 知识库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566160" y="36393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操作流程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0" y="3154680"/>
            <a:ext cx="2286000" cy="822960"/>
          </a:xfrm>
          <a:prstGeom prst="rect">
            <a:avLst>
              <a:gd name="adj" fmla="val 888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0" y="3154680"/>
            <a:ext cx="54864" cy="822960"/>
          </a:xfrm>
          <a:prstGeom prst="rect">
            <a:avLst>
              <a:gd name="adj" fmla="val 33333"/>
            </a:avLst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3154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 MEMORY.md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36393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状态基线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3931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▼    ▼    ▼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1520" y="4160520"/>
            <a:ext cx="2286000" cy="731520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1520" y="4160520"/>
            <a:ext cx="54864" cy="731520"/>
          </a:xfrm>
          <a:prstGeom prst="rect">
            <a:avLst>
              <a:gd name="adj" fmla="val 33333"/>
            </a:avLst>
          </a:prstGeom>
          <a:solidFill>
            <a:srgbClr val="22C55E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160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 Chrome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1520" y="4572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浏览器控制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566160" y="4160520"/>
            <a:ext cx="2286000" cy="731520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566160" y="4160520"/>
            <a:ext cx="54864" cy="731520"/>
          </a:xfrm>
          <a:prstGeom prst="rect">
            <a:avLst>
              <a:gd name="adj" fmla="val 33333"/>
            </a:avLst>
          </a:prstGeom>
          <a:solidFill>
            <a:srgbClr val="22C55E"/>
          </a:solidFill>
          <a:ln/>
        </p:spPr>
      </p:sp>
      <p:sp>
        <p:nvSpPr>
          <p:cNvPr id="29" name="Text 27"/>
          <p:cNvSpPr/>
          <p:nvPr/>
        </p:nvSpPr>
        <p:spPr>
          <a:xfrm>
            <a:off x="3566160" y="4160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 77hub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566160" y="4572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审批平台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0" y="4160520"/>
            <a:ext cx="2286000" cy="731520"/>
          </a:xfrm>
          <a:prstGeom prst="rect">
            <a:avLst>
              <a:gd name="adj" fmla="val 100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00800" y="4160520"/>
            <a:ext cx="54864" cy="731520"/>
          </a:xfrm>
          <a:prstGeom prst="rect">
            <a:avLst>
              <a:gd name="adj" fmla="val 33333"/>
            </a:avLst>
          </a:prstGeom>
          <a:solidFill>
            <a:srgbClr val="22C55E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4160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 企业微信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400800" y="4572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消息通知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(1/2)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安装步骤 1-4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基础环境搭建，AI 自动完成大部分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411480" cy="41148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97280" y="1600200"/>
            <a:ext cx="6400800" cy="640080"/>
          </a:xfrm>
          <a:prstGeom prst="rect">
            <a:avLst>
              <a:gd name="adj" fmla="val 1142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34440" y="1645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安装 opencli CLI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9019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浏览器自动化引擎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0" y="1664208"/>
            <a:ext cx="548640" cy="228600"/>
          </a:xfrm>
          <a:prstGeom prst="roundRect">
            <a:avLst>
              <a:gd name="adj" fmla="val 48000"/>
            </a:avLst>
          </a:prstGeom>
          <a:solidFill>
            <a:srgbClr val="22C55E">
              <a:alpha val="20000"/>
            </a:srgbClr>
          </a:solidFill>
          <a:ln w="6350">
            <a:solidFill>
              <a:srgbClr val="22C55E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16642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0" y="16642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 min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514600"/>
            <a:ext cx="411480" cy="41148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514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97280" y="2468880"/>
            <a:ext cx="6400800" cy="640080"/>
          </a:xfrm>
          <a:prstGeom prst="rect">
            <a:avLst>
              <a:gd name="adj" fmla="val 1142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234440" y="2514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连接 Chrome 扩展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27706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加载扩展到 Chrome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0" y="2532888"/>
            <a:ext cx="548640" cy="228600"/>
          </a:xfrm>
          <a:prstGeom prst="roundRect">
            <a:avLst>
              <a:gd name="adj" fmla="val 48000"/>
            </a:avLst>
          </a:prstGeom>
          <a:solidFill>
            <a:srgbClr val="F59E0B">
              <a:alpha val="20000"/>
            </a:srgbClr>
          </a:solidFill>
          <a:ln w="635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0" y="25328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0" y="25328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 min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383280"/>
            <a:ext cx="411480" cy="41148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97280" y="3337560"/>
            <a:ext cx="6400800" cy="640080"/>
          </a:xfrm>
          <a:prstGeom prst="rect">
            <a:avLst>
              <a:gd name="adj" fmla="val 1142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234440" y="3383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安装 opencli-operate Skill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34440" y="36393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的 opencli 操作知识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69280" y="3401568"/>
            <a:ext cx="548640" cy="228600"/>
          </a:xfrm>
          <a:prstGeom prst="roundRect">
            <a:avLst>
              <a:gd name="adj" fmla="val 48000"/>
            </a:avLst>
          </a:prstGeom>
          <a:solidFill>
            <a:srgbClr val="22C55E">
              <a:alpha val="20000"/>
            </a:srgbClr>
          </a:solidFill>
          <a:ln w="6350">
            <a:solidFill>
              <a:srgbClr val="22C55E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0" y="34015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0" y="34015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4251960"/>
            <a:ext cx="411480" cy="41148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251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097280" y="4206240"/>
            <a:ext cx="6400800" cy="640080"/>
          </a:xfrm>
          <a:prstGeom prst="rect">
            <a:avLst>
              <a:gd name="adj" fmla="val 1142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234440" y="4251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安装本 Skill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234440" y="45079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下载到 ~/.workbuddy/skills/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69280" y="4270248"/>
            <a:ext cx="548640" cy="228600"/>
          </a:xfrm>
          <a:prstGeom prst="roundRect">
            <a:avLst>
              <a:gd name="adj" fmla="val 48000"/>
            </a:avLst>
          </a:prstGeom>
          <a:solidFill>
            <a:srgbClr val="22C55E">
              <a:alpha val="20000"/>
            </a:srgbClr>
          </a:solidFill>
          <a:ln w="6350">
            <a:solidFill>
              <a:srgbClr val="22C55E">
                <a:alpha val="5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0" y="42702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00800" y="42702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(2/2)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安装步骤 5-8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首次运行与自动化配置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411480" cy="41148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459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97280" y="1600200"/>
            <a:ext cx="6400800" cy="640080"/>
          </a:xfrm>
          <a:prstGeom prst="rect">
            <a:avLst>
              <a:gd name="adj" fmla="val 1142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34440" y="1645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首次登录 77hub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9019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打开登录页，输入密码后 AI 接手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0" y="1664208"/>
            <a:ext cx="548640" cy="228600"/>
          </a:xfrm>
          <a:prstGeom prst="roundRect">
            <a:avLst>
              <a:gd name="adj" fmla="val 48000"/>
            </a:avLst>
          </a:prstGeom>
          <a:solidFill>
            <a:srgbClr val="F59E0B">
              <a:alpha val="20000"/>
            </a:srgbClr>
          </a:solidFill>
          <a:ln w="635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0" y="16642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手动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0" y="16642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 min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514600"/>
            <a:ext cx="411480" cy="41148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514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97280" y="2468880"/>
            <a:ext cx="6400800" cy="640080"/>
          </a:xfrm>
          <a:prstGeom prst="rect">
            <a:avLst>
              <a:gd name="adj" fmla="val 1142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234440" y="2514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配置企业微信通知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27706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创建群机器人，提供 Webhook URL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0" y="2532888"/>
            <a:ext cx="548640" cy="228600"/>
          </a:xfrm>
          <a:prstGeom prst="roundRect">
            <a:avLst>
              <a:gd name="adj" fmla="val 48000"/>
            </a:avLst>
          </a:prstGeom>
          <a:solidFill>
            <a:srgbClr val="F59E0B">
              <a:alpha val="20000"/>
            </a:srgbClr>
          </a:solidFill>
          <a:ln w="635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0" y="253288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0" y="25328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 min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383280"/>
            <a:ext cx="411480" cy="41148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97280" y="3337560"/>
            <a:ext cx="6400800" cy="640080"/>
          </a:xfrm>
          <a:prstGeom prst="rect">
            <a:avLst>
              <a:gd name="adj" fmla="val 1142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234440" y="3383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首次全量检查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34440" y="36393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扫描所有单据，打开全景视图，建基线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69280" y="3401568"/>
            <a:ext cx="548640" cy="228600"/>
          </a:xfrm>
          <a:prstGeom prst="roundRect">
            <a:avLst>
              <a:gd name="adj" fmla="val 48000"/>
            </a:avLst>
          </a:prstGeom>
          <a:solidFill>
            <a:srgbClr val="22C55E">
              <a:alpha val="20000"/>
            </a:srgbClr>
          </a:solidFill>
          <a:ln w="6350">
            <a:solidFill>
              <a:srgbClr val="22C55E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0" y="340156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0" y="34015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5-15 min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4251960"/>
            <a:ext cx="411480" cy="41148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251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097280" y="4206240"/>
            <a:ext cx="6400800" cy="640080"/>
          </a:xfrm>
          <a:prstGeom prst="rect">
            <a:avLst>
              <a:gd name="adj" fmla="val 11429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234440" y="4251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设置定时任务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234440" y="45079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工作日 12:00 自动增量检查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669280" y="4270248"/>
            <a:ext cx="548640" cy="228600"/>
          </a:xfrm>
          <a:prstGeom prst="roundRect">
            <a:avLst>
              <a:gd name="adj" fmla="val 48000"/>
            </a:avLst>
          </a:prstGeom>
          <a:solidFill>
            <a:srgbClr val="22C55E">
              <a:alpha val="20000"/>
            </a:srgbClr>
          </a:solidFill>
          <a:ln w="6350">
            <a:solidFill>
              <a:srgbClr val="22C55E">
                <a:alpha val="5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0" y="42702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00800" y="42702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用起来是什么样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303520" cy="3383280"/>
          </a:xfrm>
          <a:prstGeom prst="rect">
            <a:avLst>
              <a:gd name="adj" fmla="val 216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54864" cy="3383280"/>
          </a:xfrm>
          <a:prstGeom prst="rect">
            <a:avLst>
              <a:gd name="adj" fmla="val 33333"/>
            </a:avLst>
          </a:prstGeom>
          <a:solidFill>
            <a:srgbClr val="A78BF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对话演示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4937760" cy="411480"/>
          </a:xfrm>
          <a:prstGeom prst="roundRect">
            <a:avLst>
              <a:gd name="adj" fmla="val 17778"/>
            </a:avLst>
          </a:prstGeom>
          <a:solidFill>
            <a:srgbClr val="0F172A">
              <a:alpha val="70000"/>
            </a:srgbClr>
          </a:solidFill>
          <a:ln w="635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116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帮我检查一下 77hub 的审批进度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560320"/>
            <a:ext cx="4937760" cy="2103120"/>
          </a:xfrm>
          <a:prstGeom prst="roundRect">
            <a:avLst>
              <a:gd name="adj" fmla="val 3478"/>
            </a:avLst>
          </a:prstGeom>
          <a:solidFill>
            <a:srgbClr val="0F172A">
              <a:alpha val="70000"/>
            </a:srgbClr>
          </a:solidFill>
          <a:ln w="6350">
            <a:solidFill>
              <a:srgbClr val="22D3EE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6060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AI 助手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2816352"/>
            <a:ext cx="4663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登录 77hub... ✓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查询费用申请单 5 条  采购申请单 10 条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发现 2 条状态变化：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EX0720260400001 待审批→已生效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QWSQ20260344 付款待审批→已生效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🔔 已发送企业微信通知 ✓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0" y="1554480"/>
            <a:ext cx="3017520" cy="3383280"/>
          </a:xfrm>
          <a:prstGeom prst="rect">
            <a:avLst>
              <a:gd name="adj" fmla="val 242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0" y="1554480"/>
            <a:ext cx="54864" cy="3383280"/>
          </a:xfrm>
          <a:prstGeom prst="rect">
            <a:avLst>
              <a:gd name="adj" fmla="val 33333"/>
            </a:avLst>
          </a:prstGeom>
          <a:solidFill>
            <a:srgbClr val="22C55E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企业微信通知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2011680"/>
            <a:ext cx="2743200" cy="2743200"/>
          </a:xfrm>
          <a:prstGeom prst="rect">
            <a:avLst>
              <a:gd name="adj" fmla="val 2000"/>
            </a:avLst>
          </a:prstGeom>
          <a:solidFill>
            <a:srgbClr val="0F172A">
              <a:alpha val="4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2103120"/>
            <a:ext cx="2468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📊 77hub审批检查报告
（2026-04-09）
</a:t>
            </a:r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【🔴 状态变化】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EX07... 待审批→已生效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QWSQ... 付款待审批→已生效
</a:t>
            </a:r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【🆕 新增】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FWSQ20260350 ￥500
</a:t>
            </a:r>
            <a:pPr indent="0" marL="0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【✅ 已完成】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• AF05... 已生效
</a:t>
            </a:r>
            <a:pPr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已跳过 10 条已完成单据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监控哪些单据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覆盖费用申请和采购申请两类单据的完整审批链条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931920" cy="2560320"/>
          </a:xfrm>
          <a:prstGeom prst="rect">
            <a:avLst>
              <a:gd name="adj" fmla="val 285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45920"/>
            <a:ext cx="54864" cy="2560320"/>
          </a:xfrm>
          <a:prstGeom prst="rect">
            <a:avLst>
              <a:gd name="adj" fmla="val 33333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97280" y="1737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费用申请单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 / EX 开头的费用和出差申请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560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费用申请单  →  费用报销单  →  报销付款单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017520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22C55E">
              <a:alpha val="12000"/>
            </a:srgbClr>
          </a:solidFill>
          <a:ln w="9525">
            <a:solidFill>
              <a:srgbClr val="22C55E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0175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完成标志：报销付款单状态为"已生效"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657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全景路由：#/panoramic/ReimburseApply/{ID}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1645920"/>
            <a:ext cx="3931920" cy="2560320"/>
          </a:xfrm>
          <a:prstGeom prst="rect">
            <a:avLst>
              <a:gd name="adj" fmla="val 285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645920"/>
            <a:ext cx="54864" cy="2560320"/>
          </a:xfrm>
          <a:prstGeom prst="rect">
            <a:avLst>
              <a:gd name="adj" fmla="val 33333"/>
            </a:avLst>
          </a:prstGeom>
          <a:solidFill>
            <a:srgbClr val="A78BFA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394960" y="1737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采购申请单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37760" y="2194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FWSQ / QWSQ 开头的采购申请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560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采购申请  →  合同审批  →  付款申请  →  付款单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37760" y="3017520"/>
            <a:ext cx="3566160" cy="502920"/>
          </a:xfrm>
          <a:prstGeom prst="roundRect">
            <a:avLst>
              <a:gd name="adj" fmla="val 14545"/>
            </a:avLst>
          </a:prstGeom>
          <a:solidFill>
            <a:srgbClr val="22C55E">
              <a:alpha val="12000"/>
            </a:srgbClr>
          </a:solidFill>
          <a:ln w="9525">
            <a:solidFill>
              <a:srgbClr val="22C55E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0175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完成标志：全部付款单状态为"已生效"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3657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全景路由：#/panoramic/CsCaiGouShenQing/{ID}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4389120"/>
            <a:ext cx="8229600" cy="548640"/>
          </a:xfrm>
          <a:prstGeom prst="rect">
            <a:avLst>
              <a:gd name="adj" fmla="val 1333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" y="44348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46177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费用申请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645920" y="44348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645920" y="46177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出差申请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651760" y="44348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FYBX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651760" y="46177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费用报销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657600" y="44348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57600" y="46177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付款单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663440" y="44348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FWSQ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63440" y="46177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非物资采购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669280" y="44348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QWSQ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669280" y="46177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其他物资采购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675120" y="44348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YF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675120" y="46177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合同审批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680960" y="443484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680960" y="46177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付款申请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FILES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仓库里有什么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每个文件都有明确用途，分别面向 AI 和人类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029200" cy="3291840"/>
          </a:xfrm>
          <a:prstGeom prst="rect">
            <a:avLst>
              <a:gd name="adj" fmla="val 2222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45920"/>
            <a:ext cx="54864" cy="3291840"/>
          </a:xfrm>
          <a:prstGeom prst="rect">
            <a:avLst>
              <a:gd name="adj" fmla="val 33333"/>
            </a:avLst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28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📖  README.md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0" y="1828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项目总览，所有人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2311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📖  SETUP.md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22311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安装指南，给人类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2633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 .gitignore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035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SKILL/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4381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🧠    SKILL.md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34381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工作流 SOP，给 AI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🔧    platform-guide.md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38404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平台技术参考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42428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💬    wecom-notify.ps1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42428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企业微信通知脚本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760720" y="1645920"/>
            <a:ext cx="2926080" cy="1554480"/>
          </a:xfrm>
          <a:prstGeom prst="rect">
            <a:avLst>
              <a:gd name="adj" fmla="val 470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760720" y="1645920"/>
            <a:ext cx="54864" cy="1554480"/>
          </a:xfrm>
          <a:prstGeom prst="rect">
            <a:avLst>
              <a:gd name="adj" fmla="val 33333"/>
            </a:avLst>
          </a:prstGeom>
          <a:solidFill>
            <a:srgbClr val="22D3EE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0" y="1737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人类受众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0" y="21488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README.md — 项目总览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SETUP.md — 安装指南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760720" y="3383280"/>
            <a:ext cx="2926080" cy="1554480"/>
          </a:xfrm>
          <a:prstGeom prst="rect">
            <a:avLst>
              <a:gd name="adj" fmla="val 4706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760720" y="3383280"/>
            <a:ext cx="54864" cy="1554480"/>
          </a:xfrm>
          <a:prstGeom prst="rect">
            <a:avLst>
              <a:gd name="adj" fmla="val 33333"/>
            </a:avLst>
          </a:prstGeom>
          <a:solidFill>
            <a:srgbClr val="A78BFA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0" y="3474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AI 受众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43600" y="38862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SKILL.md — 工作流 SOP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platform-guide.md — 技术参考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wecom-notify.ps1 — 通知脚本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1828800"/>
            <a:ext cx="5486400" cy="5486400"/>
          </a:xfrm>
          <a:prstGeom prst="ellipse">
            <a:avLst/>
          </a:prstGeom>
          <a:solidFill>
            <a:srgbClr val="2563EB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1828800"/>
            <a:ext cx="4572000" cy="4572000"/>
          </a:xfrm>
          <a:prstGeom prst="ellipse">
            <a:avLst/>
          </a:prstGeom>
          <a:solidFill>
            <a:srgbClr val="22C55E">
              <a:alpha val="7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START?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 GitHub 链接发给同事，告诉 WorkBuddy "帮我安装这个 skill" 即可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1965960" cy="1645920"/>
          </a:xfrm>
          <a:prstGeom prst="rect">
            <a:avLst>
              <a:gd name="adj" fmla="val 444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560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29718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步安装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分钟手动 + AI 自动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0" y="2468880"/>
            <a:ext cx="1965960" cy="1645920"/>
          </a:xfrm>
          <a:prstGeom prst="rect">
            <a:avLst>
              <a:gd name="adj" fmla="val 444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0" y="2560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43200" y="29718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增量检查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34640" y="32918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只查未完成 + 检测新增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37760" y="2468880"/>
            <a:ext cx="1965960" cy="1645920"/>
          </a:xfrm>
          <a:prstGeom prst="rect">
            <a:avLst>
              <a:gd name="adj" fmla="val 444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37760" y="2560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💬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937760" y="29718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微信通知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32918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有变化详细，无变化简短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132320" y="2468880"/>
            <a:ext cx="1965960" cy="1645920"/>
          </a:xfrm>
          <a:prstGeom prst="rect">
            <a:avLst>
              <a:gd name="adj" fmla="val 444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132320" y="25603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⏰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132320" y="29718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定时执行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223760" y="329184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工作日 12:00 全自动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77hub Approval Tracker  ·  WorkBuddy Skill  ·  MIT License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77hub Approval Tracker - 完整介绍</dc:title>
  <dc:subject>PptxGenJS Presentation</dc:subject>
  <dc:creator>77hub Approval Tracker</dc:creator>
  <cp:lastModifiedBy>77hub Approval Tracker</cp:lastModifiedBy>
  <cp:revision>1</cp:revision>
  <dcterms:created xsi:type="dcterms:W3CDTF">2026-04-09T08:16:20Z</dcterms:created>
  <dcterms:modified xsi:type="dcterms:W3CDTF">2026-04-09T08:16:20Z</dcterms:modified>
</cp:coreProperties>
</file>